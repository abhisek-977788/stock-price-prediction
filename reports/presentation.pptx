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&amp; ML Stock Price Predictor</a:t>
            </a:r>
          </a:p>
          <a:p>
            <a:pPr algn="l">
              <a:defRPr sz="2000">
                <a:solidFill>
                  <a:srgbClr val="2980B9"/>
                </a:solidFill>
              </a:defRPr>
            </a:pPr>
            <a:r>
              <a:t>An End-to-End Deep Learning &amp; Machine Learning Web Platform</a:t>
            </a:r>
          </a:p>
          <a:p>
            <a:br/>
            <a:pPr>
              <a:defRPr sz="1400">
                <a:solidFill>
                  <a:srgbClr val="B4BEC8"/>
                </a:solidFill>
              </a:defRPr>
            </a:pPr>
            <a:r>
              <a:t>Internship Project Presentation  | 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Project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Develop an end-to-end Python pipeline to predict stock prices using ML &amp; DL.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Ingest historical stock market data dynamically using Yahoo Finance (yfinance).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Compute and backtest critical technical indicators (SMA, EMA, RSI, MACD, Bollinger Bands).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Compare four models: Linear Regression, Random Forest, XGBoost, and LSTM Networks.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Provide NLP news sentiment scoring to contextualize daily market volatility.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Deploy a responsive, interactive frontend dashboard using Streamlit.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System Architecture &amp;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1. Ingestion: Real-time queries to Yahoo Finance (OHLCV, volume, news feeds).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2. Feature Engineering: Technical Indicator computation + TextBlob news sentiment extraction.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3. Preprocessing: MinMaxScaler scaling, train/test split, sequence windowing (60-day for LSTM).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4. Model Execution: Fits LR, Random Forest, XGBoost, and LSTM architectures.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5. Forecast: Recursive roll-forward predictions for 7, 15, and 30-day horizons.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6. Frontend: Interactive UI displaying forecasts, error metrics, and Buy/Sell indicator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Feature Engineering: Indicators &amp; Sentiment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Trend Analysis: Moving Averages (SMA-20, EMA-50) capture support/resistance zones.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Momentum: RSI-14 oscillator identifies overbought (&gt;70) or oversold (&lt;30) conditions.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Trend Strength &amp; Crossovers: MACD line and Signal Line detect trend shifts.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Volatility: Bollinger Bands (upper, middle, lower) map statistical volatility boundaries.</a:t>
            </a:r>
          </a:p>
          <a:p>
            <a:pPr>
              <a:spcAft>
                <a:spcPts val="1200"/>
              </a:spcAft>
              <a:defRPr sz="1600">
                <a:solidFill>
                  <a:srgbClr val="2C3E50"/>
                </a:solidFill>
              </a:defRPr>
            </a:pPr>
            <a:r>
              <a:t>• NLP Sentiment Analysis: Scrapes live stock articles and calculates polarity using TextBlob. Categorized as Positive, Neutral, or Negative to weigh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Machine Learning Models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</a:t>
            </a:r>
            <a:r>
              <a:rPr b="1">
                <a:solidFill>
                  <a:srgbClr val="2980B9"/>
                </a:solidFill>
              </a:rPr>
              <a:t>Linear Regression:</a:t>
            </a:r>
            <a:r>
              <a:rPr>
                <a:solidFill>
                  <a:srgbClr val="2C3E50"/>
                </a:solidFill>
              </a:rPr>
              <a:t> Fast, baseline regression model. Fits a linear hyperplane.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</a:t>
            </a:r>
            <a:r>
              <a:rPr b="1">
                <a:solidFill>
                  <a:srgbClr val="2980B9"/>
                </a:solidFill>
              </a:rPr>
              <a:t>Random Forest Regressor:</a:t>
            </a:r>
            <a:r>
              <a:rPr>
                <a:solidFill>
                  <a:srgbClr val="2C3E50"/>
                </a:solidFill>
              </a:rPr>
              <a:t> Non-linear bagging ensemble. Combines decision trees to capture multi-indicator interactions.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</a:t>
            </a:r>
            <a:r>
              <a:rPr b="1">
                <a:solidFill>
                  <a:srgbClr val="2980B9"/>
                </a:solidFill>
              </a:rPr>
              <a:t>XGBoost Regressor:</a:t>
            </a:r>
            <a:r>
              <a:rPr>
                <a:solidFill>
                  <a:srgbClr val="2C3E50"/>
                </a:solidFill>
              </a:rPr>
              <a:t> Boosting technique. Fits trees iteratively on residual errors, delivering high predictive accuracy.</a:t>
            </a:r>
          </a:p>
          <a:p>
            <a:pPr>
              <a:spcAft>
                <a:spcPts val="1400"/>
              </a:spcAft>
              <a:defRPr sz="1600">
                <a:solidFill>
                  <a:srgbClr val="2C3E50"/>
                </a:solidFill>
              </a:defRPr>
            </a:pPr>
            <a:r>
              <a:t>• </a:t>
            </a:r>
            <a:r>
              <a:rPr b="1">
                <a:solidFill>
                  <a:srgbClr val="2980B9"/>
                </a:solidFill>
              </a:rPr>
              <a:t>LSTM (Deep Learning):</a:t>
            </a:r>
            <a:r>
              <a:rPr>
                <a:solidFill>
                  <a:srgbClr val="2C3E50"/>
                </a:solidFill>
              </a:rPr>
              <a:t> RNN variant with forget gates. Captures long-term sequential dependencies, processing 60-day historical time windows.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Model Evaluation &amp; 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Mean Absolute Error (MAE): Reflects average deviation in actual stock price ($).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Mean Squared Error (MSE): Penalizes outliers (large errors) heavily.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Root Mean Squared Error (RMSE): Square root of MSE, aligning unit scales for direct evaluation.</a:t>
            </a:r>
          </a:p>
          <a:p>
            <a:pPr>
              <a:spcAft>
                <a:spcPts val="1400"/>
              </a:spcAft>
              <a:defRPr sz="1800">
                <a:solidFill>
                  <a:srgbClr val="2C3E50"/>
                </a:solidFill>
              </a:defRPr>
            </a:pPr>
            <a:r>
              <a:t>• R-Squared (R²): Shows the proportion of stock price variance explained by input indicators.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043"/>
                </a:solidFill>
              </a:defRPr>
            </a:pPr>
            <a:r>
              <a:t>Streamlit Dashboard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</a:defRPr>
            </a:pPr>
            <a:r>
              <a:t>• Home Page &amp; Stock Data: Search symbols, adjust dates, view Plotly Candlestick charts.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</a:defRPr>
            </a:pPr>
            <a:r>
              <a:t>• Technical Analysis Overlay: Interactive sliders for MA crossovers, RSI boundaries, and Bollinger bands.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</a:defRPr>
            </a:pPr>
            <a:r>
              <a:t>• News Sentiment Hub: NLP scores for the latest ticker news articles.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</a:defRPr>
            </a:pPr>
            <a:r>
              <a:t>• Model Training Console: Re-train models on the fly; compare MAE, MSE, RMSE, R² visually.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</a:defRPr>
            </a:pPr>
            <a:r>
              <a:t>• Future Price Projection: Predict stock price 7, 15, or 30 days ahead.</a:t>
            </a:r>
          </a:p>
          <a:p>
            <a:pPr>
              <a:spcAft>
                <a:spcPts val="1000"/>
              </a:spcAft>
              <a:defRPr sz="1600">
                <a:solidFill>
                  <a:srgbClr val="2C3E50"/>
                </a:solidFill>
              </a:defRPr>
            </a:pPr>
            <a:r>
              <a:t>• Export Predictions: Download compiled forecasting results to CSV files.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  <a:defRPr sz="1800">
                <a:solidFill>
                  <a:srgbClr val="F5F7FA"/>
                </a:solidFill>
              </a:defRPr>
            </a:pPr>
            <a:r>
              <a:t>• The recursive roll-forward forecast successfully models multi-day trends.</a:t>
            </a:r>
          </a:p>
          <a:p>
            <a:pPr>
              <a:spcAft>
                <a:spcPts val="1600"/>
              </a:spcAft>
              <a:defRPr sz="1800">
                <a:solidFill>
                  <a:srgbClr val="F5F7FA"/>
                </a:solidFill>
              </a:defRPr>
            </a:pPr>
            <a:r>
              <a:t>• Integrating sentiment indicators alongside technical indicators improves model robustness.</a:t>
            </a:r>
          </a:p>
          <a:p>
            <a:pPr>
              <a:spcAft>
                <a:spcPts val="1600"/>
              </a:spcAft>
              <a:defRPr sz="1800">
                <a:solidFill>
                  <a:srgbClr val="F5F7FA"/>
                </a:solidFill>
              </a:defRPr>
            </a:pPr>
            <a:r>
              <a:t>• Future expansion will incorporate Transformer-based model architectures.</a:t>
            </a:r>
          </a:p>
          <a:p>
            <a:pPr>
              <a:spcAft>
                <a:spcPts val="1600"/>
              </a:spcAft>
              <a:defRPr sz="1800">
                <a:solidFill>
                  <a:srgbClr val="F5F7FA"/>
                </a:solidFill>
              </a:defRPr>
            </a:pPr>
            <a:r>
              <a:t>• Automated reinforcement learning agents will be integrated to execute buy/sell trades.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